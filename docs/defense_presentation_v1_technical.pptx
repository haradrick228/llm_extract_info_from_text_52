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1E1E"/>
                </a:solidFill>
              </a:defRPr>
            </a:pPr>
            <a:r>
              <a:t>Применение LLM для извлечения</a:t>
            </a:r>
            <a:br/>
            <a:r>
              <a:t>информации из текстов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4682"/>
                </a:solidFill>
              </a:defRPr>
            </a:pPr>
            <a:r>
              <a:t>RAG-сервис + воспроизводимый eval на full corpus (61k чанков)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Серов Арсений Алексеевич · куратор: Малюшитский Кирилл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GitHub: Haradrick228/LLM_EXTRACT_INFO_FROM_TEXT_52 ·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Задача и границы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Q&amp;A по образовательным материалам: пользователь задаёт вопрос — система ищет чанки и генерирует ответ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Deliverables: Telegram-бот · REST POST /chat :8001 · ML-service :8000 · HTML-отчёты eval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В scope: dense RAG, cross-encoder rerank, frozen eval protocol, observability (traces, Postgres log)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Вне scope (отложено): NER/IE сущностей, GraphRAG (stub), F2 hybrid как prod-конфиг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Критерий успеха: работающий сервис + доказуемая методология (6 чекпоинтов CP2–CP7)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Данные и подготовка корпуса (CP2)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14984"/>
            <a:ext cx="8229600" cy="532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Pipeline: загрузка → очистка → SHA-256 → TF-IDF → chunking → индексация в Chroma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RU-dominant корпус → multilingual embedders (mpnet, BGE-M3, FRIDA, E5, Jina, USER-bge-m3)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Phase B: chunk 650/250 — лучший компромисс; re-chunking на full corpus ухудшал recall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Артефакты CP2: eda_dashboard.html, embedding analysis (оценка куратора 0.5)</a:t>
            </a:r>
          </a:p>
        </p:txBody>
      </p:sp>
      <p:pic>
        <p:nvPicPr>
          <p:cNvPr id="5" name="Picture 4" descr="eda_key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152"/>
            <a:ext cx="4023360" cy="1005840"/>
          </a:xfrm>
          <a:prstGeom prst="rect">
            <a:avLst/>
          </a:prstGeom>
        </p:spPr>
      </p:pic>
      <p:pic>
        <p:nvPicPr>
          <p:cNvPr id="6" name="Picture 5" descr="ed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359152"/>
            <a:ext cx="4023360" cy="2491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Архитектура: prod vs 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3474720"/>
              </a:tblGrid>
              <a:tr h="31089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Слой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Eval / research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Telegram-бот, REST :8001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replay_experiment, run_profile_metrics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Chroma USER-bge-m3, fetch_k=20, top_k=5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7 коллекций Chroma, fetch_k=40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Rerank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BGE reranker (RAG_PROFILE)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MiniLM / BGE / Jina — матрица 7×3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DeepSeek / Ollama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DeepSeek + answer-eval (avg_ref_sim)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Конфиг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RAG_PROFILE → rag_profiles.yaml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final_research_protocol.yaml (frozen)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Логи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Postgres request_log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trace.jsonl, HTML reports (CP7)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Research-модули (не prod): BM25, Hybrid RRF, HyDE, BGE-M3 multi-vector — core/rag/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Методология оценки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33272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Gold: 101 вопросов (eval_set_gold_v2), поля references + answer_ref; SHA256 зафиксирован в protocol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Primary gate — substring::recall@10: эталонная фраза ∈ текст чанка в top-k (жёсткий критерий для отчёта)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Диагностика (другая шкала!): token_f1, semantic hit (cosine ≥ 0.62) — не смешивать с substring %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Answer layer (отдельный прогон): avg_ref_sim = cosine(embed(ответ LLM), embed(answer_ref))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Metrics ladder: ~59% class A — эталон substring отсутствует в 61 543 чанках → потолок recall</a:t>
            </a:r>
          </a:p>
          <a:p>
            <a:pPr>
              <a:spcAft>
                <a:spcPts val="7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•  Validity: SQuAD sanity 82.5% · neg-control 6.4% → 3.0% (shuffle) · 2 121 retrieval-оценок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Результаты: что выбрали и почему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33272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22960"/>
                <a:gridCol w="1005840"/>
                <a:gridCol w="3108960"/>
              </a:tblGrid>
              <a:tr h="31089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Конфигурация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R@10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avg_ref_sim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E1E1E"/>
                          </a:solidFill>
                        </a:defRPr>
                      </a:pPr>
                      <a:r>
                        <a:t>Роль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full_user_bge_m3 + rerank_bge_v2_m3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Prod (скорость индекса + rerank)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full_frida + rerank_bge_v2_m3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6.4%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Max substring retrieval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full_bge_m3 + rerank_bge_v2_m3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0.660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Max качество ответа LLM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full_mpnet + MiniLM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0.5–2.0%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Baseline Phase B (старт ~2%)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633472"/>
            <a:ext cx="82296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E1E1E"/>
                </a:solidFill>
                <a:latin typeface="Calibri"/>
              </a:defRPr>
            </a:pPr>
            <a:r>
              <a:t>•  Матрица 7×3 на full corpus: max substring R@10 = 6.4% — упирается в class A (~59%), не в баг pipeline</a:t>
            </a:r>
          </a:p>
          <a:p>
            <a:pPr>
              <a:spcAft>
                <a:spcPts val="700"/>
              </a:spcAft>
              <a:defRPr sz="1200" b="0">
                <a:solidFill>
                  <a:srgbClr val="1E1E1E"/>
                </a:solidFill>
                <a:latin typeface="Calibri"/>
              </a:defRPr>
            </a:pPr>
            <a:r>
              <a:t>•  Semantic recall@10 до 71.3% — retrieval «по смыслу» существенно выше substring</a:t>
            </a:r>
          </a:p>
          <a:p>
            <a:pPr>
              <a:spcAft>
                <a:spcPts val="700"/>
              </a:spcAft>
              <a:defRPr sz="1200" b="0">
                <a:solidFill>
                  <a:srgbClr val="1E1E1E"/>
                </a:solidFill>
                <a:latin typeface="Calibri"/>
              </a:defRPr>
            </a:pPr>
            <a:r>
              <a:t>•  ⚠ Не путать: dashboard 64% и fixture rerank 95.5% — eval на ~101 chunk, не на 61k (исправлено 31.05.2026)</a:t>
            </a:r>
          </a:p>
          <a:p>
            <a:pPr>
              <a:spcAft>
                <a:spcPts val="700"/>
              </a:spcAft>
              <a:defRPr sz="1200" b="0">
                <a:solidFill>
                  <a:srgbClr val="1E1E1E"/>
                </a:solidFill>
                <a:latin typeface="Calibri"/>
              </a:defRPr>
            </a:pPr>
            <a:r>
              <a:t>•  Канонический run: eval/runs/20260527_161527_b3_full_corpus_rerank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Матрица 7 embedder × 3 reranker — substring Recall@10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Полная таблица · fetch_k=40 · 61 543 чанка · отчёт: final_canonical_experiment_2026_05.html</a:t>
            </a:r>
          </a:p>
        </p:txBody>
      </p:sp>
      <p:pic>
        <p:nvPicPr>
          <p:cNvPr id="5" name="Picture 4" descr="canonic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7422232" cy="5184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Чекпоинты: что сделано на каждом этапе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14984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3657600"/>
                <a:gridCol w="2880360"/>
              </a:tblGrid>
              <a:tr h="310896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E1E1E"/>
                          </a:solidFill>
                        </a:defRPr>
                      </a:pPr>
                      <a:r>
                        <a:t>CP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E1E1E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E1E1E"/>
                          </a:solidFill>
                        </a:defRPr>
                      </a:pPr>
                      <a:r>
                        <a:t>Ключевой результат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E1E1E"/>
                          </a:solidFill>
                        </a:defRPr>
                      </a:pPr>
                      <a:r>
                        <a:t>Артефакт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973 док., ru 90.3%, дедуп 1.34%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eda_dashboard.html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Baseline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Gold 101 Q, mpnet+MiniLM ~2% R@10 на full corpus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eval_set_gold_v2.jsonl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Retrieve Phase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6 embedders на fixture → 7 на full corpus, chunk 650/250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phase_b collections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Сервис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TG + REST + ML-service, пром. защита «все 9»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bots/telegram, bots/rest_api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DL / 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Матрица 7×3, max 6.4% R@10, frozen 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FINAL_CANONICAL_REPORT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CP7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Traces, error taxonomy, neg-control, metrics ladder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</a:defRPr>
                      </a:pPr>
                      <a:r>
                        <a:t>rag_observability report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Демонстрация на защите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Telegram: профильный вопрос по материалам курса → ответ с опорой на найденные чанки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Off-topic / нет в базе → «Недостаточно данных в базе знаний» (не галлюцинация)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RAG_PROFILE=full_user_bge_m3 + rerank_bge_v2_m3 — переключение профиля без правки кода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REST: POST /chat :8001 (JSON) · ML-service: POST /forward :8000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CP7: показать trace.jsonl / HTML observability — где retrieval промахнулся (class A vs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Feedback/NPS, загрузка документов в библиотеку — доп. функции 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Calibri"/>
              </a:defRPr>
            </a:pPr>
            <a:r>
              <a:t>Выводы для комиссии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1097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33272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Embedder и reranker — главные рычаги: mpnet→FRIDA/USER-bge-m3 и MiniLM→BGE дают кратный прирост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Chunking 650/250 достаточен; дальнейший re-chunking не улучшал substring recall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Низкий substring recall (6.4%) объясняется разметкой gold (~59% class A), а не поломкой пайплайна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LLM-компонент: avg_ref_sim 0.66 при imperfect retrieval — ответ может быть полезен без exact chunk hit</a:t>
            </a:r>
          </a:p>
          <a:p>
            <a:pPr>
              <a:spcAft>
                <a:spcPts val="7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 Воспроизводимость: frozen protocol, replay_experiment, единый canonical report v2 (2026-06-02)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Спасибо за внимание · готов показать бота и отчёт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RAG · годовой проект ВШЭ 2025–2026 · Серов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